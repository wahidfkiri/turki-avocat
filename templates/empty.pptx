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3" autoAdjust="0"/>
    <p:restoredTop sz="94660"/>
  </p:normalViewPr>
  <p:slideViewPr>
    <p:cSldViewPr snapToGrid="0">
      <p:cViewPr varScale="1">
        <p:scale>
          <a:sx n="79" d="100"/>
          <a:sy n="79" d="100"/>
        </p:scale>
        <p:origin x="110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082F7-5C82-4986-A1F4-6E7101767D60}" type="datetimeFigureOut">
              <a:rPr lang="fr-FR" smtClean="0"/>
              <a:t>11/11/2025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45F96-7C3B-408E-A041-6E67BB48046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31088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082F7-5C82-4986-A1F4-6E7101767D60}" type="datetimeFigureOut">
              <a:rPr lang="fr-FR" smtClean="0"/>
              <a:t>11/11/2025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45F96-7C3B-408E-A041-6E67BB48046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89370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082F7-5C82-4986-A1F4-6E7101767D60}" type="datetimeFigureOut">
              <a:rPr lang="fr-FR" smtClean="0"/>
              <a:t>11/11/2025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45F96-7C3B-408E-A041-6E67BB48046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6742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082F7-5C82-4986-A1F4-6E7101767D60}" type="datetimeFigureOut">
              <a:rPr lang="fr-FR" smtClean="0"/>
              <a:t>11/11/2025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45F96-7C3B-408E-A041-6E67BB48046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41231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082F7-5C82-4986-A1F4-6E7101767D60}" type="datetimeFigureOut">
              <a:rPr lang="fr-FR" smtClean="0"/>
              <a:t>11/11/2025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45F96-7C3B-408E-A041-6E67BB48046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908409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082F7-5C82-4986-A1F4-6E7101767D60}" type="datetimeFigureOut">
              <a:rPr lang="fr-FR" smtClean="0"/>
              <a:t>11/11/2025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45F96-7C3B-408E-A041-6E67BB48046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4462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082F7-5C82-4986-A1F4-6E7101767D60}" type="datetimeFigureOut">
              <a:rPr lang="fr-FR" smtClean="0"/>
              <a:t>11/11/2025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45F96-7C3B-408E-A041-6E67BB48046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55002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082F7-5C82-4986-A1F4-6E7101767D60}" type="datetimeFigureOut">
              <a:rPr lang="fr-FR" smtClean="0"/>
              <a:t>11/11/2025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45F96-7C3B-408E-A041-6E67BB48046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635291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082F7-5C82-4986-A1F4-6E7101767D60}" type="datetimeFigureOut">
              <a:rPr lang="fr-FR" smtClean="0"/>
              <a:t>11/11/2025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45F96-7C3B-408E-A041-6E67BB48046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60884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082F7-5C82-4986-A1F4-6E7101767D60}" type="datetimeFigureOut">
              <a:rPr lang="fr-FR" smtClean="0"/>
              <a:t>11/11/2025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45F96-7C3B-408E-A041-6E67BB48046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4641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082F7-5C82-4986-A1F4-6E7101767D60}" type="datetimeFigureOut">
              <a:rPr lang="fr-FR" smtClean="0"/>
              <a:t>11/11/2025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45F96-7C3B-408E-A041-6E67BB48046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195335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1082F7-5C82-4986-A1F4-6E7101767D60}" type="datetimeFigureOut">
              <a:rPr lang="fr-FR" smtClean="0"/>
              <a:t>11/11/2025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45F96-7C3B-408E-A041-6E67BB48046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22792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368129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Wahid Fkiri</dc:creator>
  <cp:lastModifiedBy>Wahid Fkiri</cp:lastModifiedBy>
  <cp:revision>1</cp:revision>
  <dcterms:created xsi:type="dcterms:W3CDTF">2025-11-11T19:45:13Z</dcterms:created>
  <dcterms:modified xsi:type="dcterms:W3CDTF">2025-11-11T19:45:51Z</dcterms:modified>
</cp:coreProperties>
</file>